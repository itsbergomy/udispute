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077ED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6E5CE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uDispute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3D9B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AI-Powered Credit Repair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your credit into your own hands.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1463040" cy="36576"/>
          </a:xfrm>
          <a:prstGeom prst="rect">
            <a:avLst/>
          </a:prstGeom>
          <a:solidFill>
            <a:srgbClr val="0077E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bergomy legendre  |  founder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repair is a broken industry.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514600" cy="256032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1031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Americans have errors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their credit report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FTC Study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1920240"/>
            <a:ext cx="2514600" cy="256032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21031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$5B+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70332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dominated by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template tools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03320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to Word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2514600" cy="256032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21031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9224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in pricing,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process, or outcomes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7490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by design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77ED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7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indent="0" marL="0">
              <a:buNone/>
            </a:pPr>
            <a:r>
              <a:rPr lang="en-US" sz="2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replaces the entire broken workflow.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dispute letters using real legal strategy — FCRA, FDCPA, ACDV enforcement.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bureau mailing built in. No copy-paste. No Word docs.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Round-by-round escalation. The AI adjusts strategy when bureaus push back.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by design. You see everything — every letter, every round, every outcome.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300" b="1" i="1" dirty="0">
                <a:solidFill>
                  <a:srgbClr val="007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"u"</a:t>
            </a:r>
            <a:pPr indent="0" marL="0">
              <a:buNone/>
            </a:pPr>
            <a:r>
              <a:rPr lang="en-US" sz="130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uDispute means </a:t>
            </a:r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</a:t>
            </a:r>
            <a:pPr indent="0" marL="0">
              <a:buNone/>
            </a:pPr>
            <a:r>
              <a:rPr lang="en-US" sz="1300" i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should be in control.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steps. That's it.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965960" cy="27432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830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7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30175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credit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PDF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77ED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06040" y="1645920"/>
            <a:ext cx="1965960" cy="27432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17830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7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06040" y="2468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743200" y="30175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every account,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and negatives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77ED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54880" y="1645920"/>
            <a:ext cx="1965960" cy="27432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7830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7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754880" y="2468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92040" y="30175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dispute letters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legal strategy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0840" y="25603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77ED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903720" y="1645920"/>
            <a:ext cx="1965960" cy="27432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178308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7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03720" y="2468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40880" y="30175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sends directly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all three bureaus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840480" cy="10058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3716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Dispute Engine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GPT-powered letter generation with legal strategy — not generic templates.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280160"/>
            <a:ext cx="3840480" cy="10058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3716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📬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7784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Bureau Mailing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7784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 letters to Equifax, TransUnion, and Experian via DocuPost USPS.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468880"/>
            <a:ext cx="3840480" cy="10058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5603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⚔️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6304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Packs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Default, Consumer Law, Arbitration, ACDV Enforcement — switch strategies per round.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468880"/>
            <a:ext cx="3840480" cy="10058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25603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57784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Escalation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adjusts strategy round-by-round based on bureau responses.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657600"/>
            <a:ext cx="3840480" cy="10058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7490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63040" y="3749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Folder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6304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letter, every round, fully tracked and searchable.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657600"/>
            <a:ext cx="3840480" cy="100584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83480" y="37490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577840" y="3749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Merge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77840" y="4114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docs merged into dispute packages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6E5CE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Technology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32004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 generates dispute letters contextually — not from static templates.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letter references the specific account, bureau, and legal violation.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learns which strategies work and escalates across rounds.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657600" cy="32004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Strategy Packs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first-round dispute templates.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Law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FCBA, FDCPA, and FCRA statutes.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hitter — 15 U.S.C. §1681e(b).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ACDV Enforcement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Demands full verification records.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97480" cy="35661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34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credit report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dispute letters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manual accounts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48hr cooldown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097280"/>
            <a:ext cx="2697480" cy="3566160"/>
          </a:xfrm>
          <a:prstGeom prst="rect">
            <a:avLst/>
          </a:prstGeom>
          <a:solidFill>
            <a:srgbClr val="1E2640"/>
          </a:solidFill>
          <a:ln w="19050">
            <a:solidFill>
              <a:srgbClr val="0077ED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234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337560" y="1691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$29/mo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66160" y="23774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disputes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pack switching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bureau mailing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folder &amp; tracking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engine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2697480" cy="3566160"/>
          </a:xfrm>
          <a:prstGeom prst="rect">
            <a:avLst/>
          </a:prstGeom>
          <a:solidFill>
            <a:srgbClr val="141929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2344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0" y="16916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$79/mo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446520" y="237744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CRM &amp; pipelines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portal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CFPB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+ auto modes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077ED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514600" cy="18288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7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$5B+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repair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size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1371600"/>
            <a:ext cx="2514600" cy="18288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463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7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703320" y="2194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Americans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on file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2514600" cy="18288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4630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7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492240" y="21945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at least one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on their report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available today are outdated, template-based, and opaque.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repair businesses charge $500–$5,000 per client using the same Word docs from 2015.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modern, AI-native platform serving this market.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uDispute Wins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B95B0"/>
                          </a:solidFill>
                        </a:rPr>
                        <a:t>Traditional Tools</a:t>
                      </a:r>
                      <a:endParaRPr lang="en-US" sz="12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9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uDispute</a:t>
                      </a:r>
                      <a:endParaRPr lang="en-US" sz="12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CF4"/>
                          </a:solidFill>
                        </a:rPr>
                        <a:t>Letter Generation</a:t>
                      </a:r>
                      <a:endParaRPr lang="en-US" sz="11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5B0"/>
                          </a:solidFill>
                        </a:rPr>
                        <a:t>Static templates</a:t>
                      </a:r>
                      <a:endParaRPr lang="en-US" sz="11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AI + legal strategy</a:t>
                      </a:r>
                      <a:endParaRPr lang="en-US" sz="11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CF4"/>
                          </a:solidFill>
                        </a:rPr>
                        <a:t>Bureau Mailing</a:t>
                      </a:r>
                      <a:endParaRPr lang="en-US" sz="11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5B0"/>
                          </a:solidFill>
                        </a:rPr>
                        <a:t>Manual / copy-paste</a:t>
                      </a:r>
                      <a:endParaRPr lang="en-US" sz="11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Built-in DocuPost</a:t>
                      </a:r>
                      <a:endParaRPr lang="en-US" sz="11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CF4"/>
                          </a:solidFill>
                        </a:rPr>
                        <a:t>Escalation</a:t>
                      </a:r>
                      <a:endParaRPr lang="en-US" sz="11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5B0"/>
                          </a:solidFill>
                        </a:rPr>
                        <a:t>None</a:t>
                      </a:r>
                      <a:endParaRPr lang="en-US" sz="11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Auto round-by-round</a:t>
                      </a:r>
                      <a:endParaRPr lang="en-US" sz="11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CF4"/>
                          </a:solidFill>
                        </a:rPr>
                        <a:t>Tracking</a:t>
                      </a:r>
                      <a:endParaRPr lang="en-US" sz="11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5B0"/>
                          </a:solidFill>
                        </a:rPr>
                        <a:t>Spreadsheets</a:t>
                      </a:r>
                      <a:endParaRPr lang="en-US" sz="11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Full dispute folder</a:t>
                      </a:r>
                      <a:endParaRPr lang="en-US" sz="11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CF4"/>
                          </a:solidFill>
                        </a:rPr>
                        <a:t>Business Tools</a:t>
                      </a:r>
                      <a:endParaRPr lang="en-US" sz="11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5B0"/>
                          </a:solidFill>
                        </a:rPr>
                        <a:t>Basic CRM</a:t>
                      </a:r>
                      <a:endParaRPr lang="en-US" sz="11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CRM + AI Agent + Portal</a:t>
                      </a:r>
                      <a:endParaRPr lang="en-US" sz="11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8ECF4"/>
                          </a:solidFill>
                        </a:rPr>
                        <a:t>Transparency</a:t>
                      </a:r>
                      <a:endParaRPr lang="en-US" sz="11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95B0"/>
                          </a:solidFill>
                        </a:rPr>
                        <a:t>Opaque pricing</a:t>
                      </a:r>
                      <a:endParaRPr lang="en-US" sz="11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Glass by design</a:t>
                      </a:r>
                      <a:endParaRPr lang="en-US" sz="1100" dirty="0"/>
                    </a:p>
                  </a:txBody>
                  <a:tcPr marL="182880" marR="182880" marT="91440" marB="91440">
                    <a:lnL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6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6E5CE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today.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6459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 product built — Free, Pro, and Business plans functional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1488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dispute engine live with 4 legal strategy packs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651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DocuPost integration — direct USPS mailing operational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Business CRM with autonomous AI agent pipeline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Closed beta launching — invite-only through Skool community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1605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Targeting credit repair professionals + individuals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97480" cy="32004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508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7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Beta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Invite-only beta with Skool community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feedback, iterate on UX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mailing pipeline at scale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371600"/>
            <a:ext cx="2697480" cy="32004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508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D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874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6160" y="24688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signups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billing integration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polish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697480" cy="3200400"/>
          </a:xfrm>
          <a:prstGeom prst="rect">
            <a:avLst/>
          </a:prstGeom>
          <a:solidFill>
            <a:srgbClr val="1E2640"/>
          </a:solidFill>
          <a:ln/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5087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6E5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8745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2468880"/>
            <a:ext cx="2240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for credit repair businesses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option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0077ED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6E5CE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7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</a:t>
            </a:r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have the power.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9B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Start now.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0077ED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beta access or learn more: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77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beta.udispute.com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8B9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bergomy legendre  |  founder  |  bergomylegendre@gmail.com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uDispute — AI-Powered Credit Repair</dc:title>
  <dc:subject>PptxGenJS Presentation</dc:subject>
  <dc:creator>Bergomy Legendre</dc:creator>
  <cp:lastModifiedBy>Bergomy Legendre</cp:lastModifiedBy>
  <cp:revision>1</cp:revision>
  <dcterms:created xsi:type="dcterms:W3CDTF">2026-03-18T12:51:20Z</dcterms:created>
  <dcterms:modified xsi:type="dcterms:W3CDTF">2026-03-18T12:51:20Z</dcterms:modified>
</cp:coreProperties>
</file>